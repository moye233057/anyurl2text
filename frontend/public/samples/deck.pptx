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秋季越野赛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赛事筹备汇报 · 示例材料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本次比赛设三个组别</a:t>
            </a:r>
          </a:p>
          <a:p>
            <a:r>
              <a:t>十公里组：限报 800 人</a:t>
            </a:r>
          </a:p>
          <a:p>
            <a:r>
              <a:t>二十一公里组：限报 500 人</a:t>
            </a:r>
          </a:p>
          <a:p>
            <a:r>
              <a:t>四十二公里组：限报 300 人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731520" y="914400"/>
          <a:ext cx="73152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3657600"/>
              </a:tblGrid>
              <a:tr h="685800">
                <a:tc>
                  <a:txBody>
                    <a:bodyPr/>
                    <a:lstStyle/>
                    <a:p>
                      <a:r>
                        <a:t>组别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关门时间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r>
                        <a:t>十公里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 小时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r>
                        <a:t>二十一公里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6 小时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r>
                        <a:t>四十二公里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 小时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赛道路线示意</a:t>
            </a:r>
          </a:p>
        </p:txBody>
      </p:sp>
      <p:pic>
        <p:nvPicPr>
          <p:cNvPr id="3" name="Picture 2" descr="screensh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280160"/>
            <a:ext cx="6400800" cy="464574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280160"/>
            <a:ext cx="73152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报名截止：2026 年 10 月 15 日 18:00</a:t>
            </a:r>
          </a:p>
          <a:p>
            <a:r>
              <a:t>咨询邮箱：race@example.com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8288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谢谢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